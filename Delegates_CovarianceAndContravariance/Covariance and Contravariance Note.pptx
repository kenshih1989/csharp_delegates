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8398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8462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0851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672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0462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3405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4332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748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603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5606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74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81307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1974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09689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9656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223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C9356-2F94-4585-AD3D-5C48D84A9BB0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584828-3EBB-419C-8BDB-5C6E9A84629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2609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7BEA-6D6A-1000-38FB-DD346EDDE5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Covariance and Contravariance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1C541-B2EC-253B-68DC-A1CDAF7D2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70538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7E82-46DD-95E9-0379-95834046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A9E720-6055-5A56-99C1-454AB171A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175" y="1645920"/>
            <a:ext cx="5238589" cy="3160998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3B2A312-4455-FDB7-DDA0-577348BF9C2E}"/>
              </a:ext>
            </a:extLst>
          </p:cNvPr>
          <p:cNvSpPr/>
          <p:nvPr/>
        </p:nvSpPr>
        <p:spPr>
          <a:xfrm>
            <a:off x="7873605" y="1920747"/>
            <a:ext cx="2039112" cy="803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Derived</a:t>
            </a:r>
            <a:endParaRPr lang="en-MY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EE576-804E-0709-BBEA-F8E7D07477A6}"/>
              </a:ext>
            </a:extLst>
          </p:cNvPr>
          <p:cNvSpPr/>
          <p:nvPr/>
        </p:nvSpPr>
        <p:spPr>
          <a:xfrm>
            <a:off x="8254446" y="3542285"/>
            <a:ext cx="2039112" cy="803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More Derived</a:t>
            </a:r>
            <a:endParaRPr lang="en-MY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22988A9-ED42-AD70-DE71-2DD6BA44E26F}"/>
              </a:ext>
            </a:extLst>
          </p:cNvPr>
          <p:cNvSpPr/>
          <p:nvPr/>
        </p:nvSpPr>
        <p:spPr>
          <a:xfrm rot="10800000">
            <a:off x="5696712" y="2221992"/>
            <a:ext cx="2039112" cy="2011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F3BB26F-B706-2291-A419-9028E18DF0EF}"/>
              </a:ext>
            </a:extLst>
          </p:cNvPr>
          <p:cNvSpPr/>
          <p:nvPr/>
        </p:nvSpPr>
        <p:spPr>
          <a:xfrm rot="10800000">
            <a:off x="7018020" y="3843529"/>
            <a:ext cx="1147572" cy="2011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2052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54532-06EE-412D-14FD-BA64E605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CarFactory: Factory Pattern</a:t>
            </a:r>
            <a:br>
              <a:rPr lang="en-US" dirty="0"/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8102-3B8D-D827-B8C9-01D629900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factory that provide method to generate </a:t>
            </a:r>
            <a:r>
              <a:rPr lang="en-US" dirty="0" err="1"/>
              <a:t>ICECar</a:t>
            </a:r>
            <a:r>
              <a:rPr lang="en-US" dirty="0"/>
              <a:t> and </a:t>
            </a:r>
            <a:r>
              <a:rPr lang="en-US" dirty="0" err="1"/>
              <a:t>EVCar</a:t>
            </a:r>
            <a:endParaRPr lang="en-US" dirty="0"/>
          </a:p>
          <a:p>
            <a:r>
              <a:rPr lang="en-US" dirty="0"/>
              <a:t>Contain method to create car based on given type 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B0A07-9FD2-8B6F-7D82-E9C85C7C8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92" y="3108817"/>
            <a:ext cx="8580864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63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4FEC0-7203-6273-7314-A3AEB736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 </a:t>
            </a:r>
            <a:r>
              <a:rPr lang="zh-CN" altLang="en-US" dirty="0"/>
              <a:t>协变</a:t>
            </a:r>
            <a:br>
              <a:rPr lang="en-US" altLang="zh-CN" dirty="0"/>
            </a:br>
            <a:r>
              <a:rPr lang="en-US" altLang="zh-CN" dirty="0"/>
              <a:t>More </a:t>
            </a:r>
            <a:r>
              <a:rPr lang="en-US" altLang="zh-CN" dirty="0">
                <a:sym typeface="Wingdings" panose="05000000000000000000" pitchFamily="2" charset="2"/>
              </a:rPr>
              <a:t>Less</a:t>
            </a:r>
            <a:endParaRPr lang="en-MY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A90F41-3D5E-4A9E-8590-AA223C13F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14" y="2091521"/>
            <a:ext cx="4724809" cy="228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19EE38-90A4-70D0-A6F0-34B1FE81F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83" y="3036536"/>
            <a:ext cx="5692633" cy="7849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AB686F-5342-85F2-5DB1-5417465BA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928" y="3036536"/>
            <a:ext cx="5235394" cy="7468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125457-C0A8-42FD-8946-8F82E38F2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21" y="4179688"/>
            <a:ext cx="5806943" cy="3581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5B9ED2-B3EF-5768-4B23-1DAE9343D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928" y="4141585"/>
            <a:ext cx="5578323" cy="39627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5CDE331-6F8D-2C0D-9D8A-8CD6993FAD63}"/>
              </a:ext>
            </a:extLst>
          </p:cNvPr>
          <p:cNvSpPr/>
          <p:nvPr/>
        </p:nvSpPr>
        <p:spPr>
          <a:xfrm>
            <a:off x="5984214" y="904028"/>
            <a:ext cx="2797836" cy="803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delegate only want a return type of car</a:t>
            </a:r>
            <a:endParaRPr lang="en-MY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B4FBC4-6293-7A0D-7484-93D2974F3908}"/>
              </a:ext>
            </a:extLst>
          </p:cNvPr>
          <p:cNvCxnSpPr>
            <a:stCxn id="15" idx="1"/>
            <a:endCxn id="6" idx="0"/>
          </p:cNvCxnSpPr>
          <p:nvPr/>
        </p:nvCxnSpPr>
        <p:spPr>
          <a:xfrm flipH="1">
            <a:off x="3185318" y="1305856"/>
            <a:ext cx="2834640" cy="7856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D894DEA-4E1E-E204-BAD1-243103447C17}"/>
              </a:ext>
            </a:extLst>
          </p:cNvPr>
          <p:cNvSpPr/>
          <p:nvPr/>
        </p:nvSpPr>
        <p:spPr>
          <a:xfrm>
            <a:off x="3832848" y="2497939"/>
            <a:ext cx="4808736" cy="3099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Used more derived to return to delegate’s request</a:t>
            </a:r>
            <a:endParaRPr lang="en-MY" sz="1400" dirty="0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548B490-6C9E-7254-3AB7-0D45BDE819E7}"/>
              </a:ext>
            </a:extLst>
          </p:cNvPr>
          <p:cNvCxnSpPr>
            <a:stCxn id="18" idx="1"/>
            <a:endCxn id="8" idx="0"/>
          </p:cNvCxnSpPr>
          <p:nvPr/>
        </p:nvCxnSpPr>
        <p:spPr>
          <a:xfrm rot="10800000" flipV="1">
            <a:off x="3390900" y="2652928"/>
            <a:ext cx="441948" cy="38360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2F092AC-586C-1590-9C41-D95DDD42D23B}"/>
              </a:ext>
            </a:extLst>
          </p:cNvPr>
          <p:cNvCxnSpPr>
            <a:cxnSpLocks/>
            <a:stCxn id="18" idx="3"/>
            <a:endCxn id="10" idx="0"/>
          </p:cNvCxnSpPr>
          <p:nvPr/>
        </p:nvCxnSpPr>
        <p:spPr>
          <a:xfrm>
            <a:off x="8641584" y="2652928"/>
            <a:ext cx="550041" cy="38360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87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8007-C687-6B7E-3720-C5E5E5CA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Contravariance </a:t>
            </a:r>
            <a:r>
              <a:rPr lang="zh-CN" altLang="en-US" dirty="0"/>
              <a:t>逆变</a:t>
            </a:r>
            <a:br>
              <a:rPr lang="en-MY" altLang="zh-CN" dirty="0"/>
            </a:br>
            <a:r>
              <a:rPr lang="en-US" altLang="zh-CN" dirty="0"/>
              <a:t>Less </a:t>
            </a:r>
            <a:r>
              <a:rPr lang="en-US" altLang="zh-CN" dirty="0">
                <a:sym typeface="Wingdings" panose="05000000000000000000" pitchFamily="2" charset="2"/>
              </a:rPr>
              <a:t> More</a:t>
            </a:r>
            <a:endParaRPr lang="en-MY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E5ACFB-2067-1010-05D6-AB7A90136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532" y="1930400"/>
            <a:ext cx="3528366" cy="289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74B04-78B8-3210-5993-B0C34643F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32" y="2445230"/>
            <a:ext cx="7087214" cy="632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F64F4-CDC5-A023-D57C-B6E6093AB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32" y="3302990"/>
            <a:ext cx="4252328" cy="1005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765DC3-ED0C-634E-FBD3-1DFB6BDBC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32" y="4645896"/>
            <a:ext cx="6569009" cy="4191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8426389-9F28-E13B-3390-4E539EABD960}"/>
              </a:ext>
            </a:extLst>
          </p:cNvPr>
          <p:cNvSpPr/>
          <p:nvPr/>
        </p:nvSpPr>
        <p:spPr>
          <a:xfrm>
            <a:off x="5984214" y="904028"/>
            <a:ext cx="2797836" cy="803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delegate mention specific type car as parameter</a:t>
            </a:r>
            <a:endParaRPr lang="en-MY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B93F3E-90B3-EB75-702D-EBECBB608EE9}"/>
              </a:ext>
            </a:extLst>
          </p:cNvPr>
          <p:cNvCxnSpPr>
            <a:cxnSpLocks/>
            <a:stCxn id="12" idx="1"/>
            <a:endCxn id="5" idx="3"/>
          </p:cNvCxnSpPr>
          <p:nvPr/>
        </p:nvCxnSpPr>
        <p:spPr>
          <a:xfrm flipH="1">
            <a:off x="4307898" y="1305856"/>
            <a:ext cx="1676316" cy="7693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21F7228-62BA-BFD1-054C-B126EFEBD314}"/>
              </a:ext>
            </a:extLst>
          </p:cNvPr>
          <p:cNvSpPr/>
          <p:nvPr/>
        </p:nvSpPr>
        <p:spPr>
          <a:xfrm>
            <a:off x="8706600" y="2527451"/>
            <a:ext cx="2263152" cy="46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method accept base class as param</a:t>
            </a:r>
            <a:endParaRPr lang="en-MY" sz="1400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CA409DD-9AC6-747F-3B98-BC6A5AB8FFE6}"/>
              </a:ext>
            </a:extLst>
          </p:cNvPr>
          <p:cNvCxnSpPr>
            <a:cxnSpLocks/>
            <a:stCxn id="16" idx="1"/>
            <a:endCxn id="7" idx="3"/>
          </p:cNvCxnSpPr>
          <p:nvPr/>
        </p:nvCxnSpPr>
        <p:spPr>
          <a:xfrm rot="10800000" flipV="1">
            <a:off x="7866746" y="2761486"/>
            <a:ext cx="839854" cy="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68E2897-1AD1-83B0-D9E8-3D8A11BC45EC}"/>
              </a:ext>
            </a:extLst>
          </p:cNvPr>
          <p:cNvSpPr/>
          <p:nvPr/>
        </p:nvSpPr>
        <p:spPr>
          <a:xfrm>
            <a:off x="6443448" y="3571917"/>
            <a:ext cx="4620792" cy="46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delegate able accept the method since it accept car type which is base class of </a:t>
            </a:r>
            <a:r>
              <a:rPr lang="en-US" sz="1400" dirty="0" err="1"/>
              <a:t>ICECar</a:t>
            </a:r>
            <a:r>
              <a:rPr lang="en-US" sz="1400" dirty="0"/>
              <a:t> and </a:t>
            </a:r>
            <a:r>
              <a:rPr lang="en-US" sz="1400" dirty="0" err="1"/>
              <a:t>EVCar</a:t>
            </a:r>
            <a:endParaRPr lang="en-MY" sz="1400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EE884FC-3EE9-DB98-FEB3-E9C2EB334976}"/>
              </a:ext>
            </a:extLst>
          </p:cNvPr>
          <p:cNvCxnSpPr>
            <a:cxnSpLocks/>
            <a:stCxn id="20" idx="1"/>
            <a:endCxn id="9" idx="3"/>
          </p:cNvCxnSpPr>
          <p:nvPr/>
        </p:nvCxnSpPr>
        <p:spPr>
          <a:xfrm rot="10800000" flipV="1">
            <a:off x="5031860" y="3805952"/>
            <a:ext cx="1411588" cy="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89EE645E-89EC-8756-FD82-DB4A39BFD7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303" y="5904865"/>
            <a:ext cx="5204911" cy="64775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7BB832A-BFFA-7C9E-B144-DA2D348A4681}"/>
              </a:ext>
            </a:extLst>
          </p:cNvPr>
          <p:cNvSpPr/>
          <p:nvPr/>
        </p:nvSpPr>
        <p:spPr>
          <a:xfrm>
            <a:off x="7145952" y="5567825"/>
            <a:ext cx="2446103" cy="77229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repairEVDel</a:t>
            </a:r>
            <a:r>
              <a:rPr lang="en-US" sz="1400" dirty="0"/>
              <a:t> will report error as it only accept </a:t>
            </a:r>
            <a:r>
              <a:rPr lang="en-US" sz="1400" dirty="0" err="1"/>
              <a:t>ICECar</a:t>
            </a:r>
            <a:r>
              <a:rPr lang="en-US" sz="1400" dirty="0"/>
              <a:t> type param</a:t>
            </a:r>
            <a:endParaRPr lang="en-MY" sz="14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B3783F-B060-9893-E5DA-BCB915F2C300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5984214" y="5953972"/>
            <a:ext cx="1161738" cy="2747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4167B7-060C-9B7D-096D-32CBD1202BF0}"/>
              </a:ext>
            </a:extLst>
          </p:cNvPr>
          <p:cNvCxnSpPr>
            <a:cxnSpLocks/>
          </p:cNvCxnSpPr>
          <p:nvPr/>
        </p:nvCxnSpPr>
        <p:spPr>
          <a:xfrm>
            <a:off x="626508" y="5359340"/>
            <a:ext cx="10277856" cy="3082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8400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107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Trebuchet MS</vt:lpstr>
      <vt:lpstr>Wingdings</vt:lpstr>
      <vt:lpstr>Wingdings 3</vt:lpstr>
      <vt:lpstr>Facet</vt:lpstr>
      <vt:lpstr>Covariance and Contravariance</vt:lpstr>
      <vt:lpstr>Overview</vt:lpstr>
      <vt:lpstr>CarFactory: Factory Pattern </vt:lpstr>
      <vt:lpstr>Covariance 协变 More Less</vt:lpstr>
      <vt:lpstr>Contravariance 逆变 Less  More</vt:lpstr>
    </vt:vector>
  </TitlesOfParts>
  <Company>Lumileds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Gan, Leng Keong</dc:creator>
  <cp:lastModifiedBy>Gan, Leng Keong</cp:lastModifiedBy>
  <cp:revision>1</cp:revision>
  <dcterms:created xsi:type="dcterms:W3CDTF">2026-04-01T12:29:32Z</dcterms:created>
  <dcterms:modified xsi:type="dcterms:W3CDTF">2026-04-01T14:34:08Z</dcterms:modified>
</cp:coreProperties>
</file>