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9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847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53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090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45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6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423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33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653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051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01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90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11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341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703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884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AC9127-9254-43B2-B031-2A9D2D89FC1E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25370E-5F83-4220-A646-614827134B2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445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FADA-F38B-D414-EB75-7A98C33C6B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Func, Action and Predicate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87EDC-0CDB-5044-428D-1DF529CB4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5651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B6DB-DB06-2CC5-B9E1-0C67ECF6F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8724F-6CAF-5201-D9E5-E9FC3204B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delegate that takes parameters and </a:t>
            </a:r>
            <a:r>
              <a:rPr lang="en-US" dirty="0">
                <a:highlight>
                  <a:srgbClr val="FFFF00"/>
                </a:highlight>
              </a:rPr>
              <a:t>returns a value.</a:t>
            </a:r>
          </a:p>
          <a:p>
            <a:r>
              <a:rPr lang="en-US" dirty="0"/>
              <a:t>The last type parameter specifies the return type, while the preceding type parameters specify the input types. </a:t>
            </a:r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0799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1E0A6-0DA0-0320-5BA8-E2C0B55C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EF6ED67-9273-624D-F690-DEE7B9F33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9579BB-5EDD-0819-9F90-5B832C839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CD6A829-0AE0-4A2A-4615-04F5ED150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646389-2962-8FAE-7669-59C7FF243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92FA57-AC4A-CEE4-0640-7ABF03992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1D6446-7073-C952-43C4-50EE364E3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48698E-36D8-183A-5289-2D1E1B7C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43" y="1092200"/>
            <a:ext cx="2928751" cy="44988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Example</a:t>
            </a:r>
            <a:endParaRPr lang="en-MY" dirty="0">
              <a:solidFill>
                <a:srgbClr val="262626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20DD61-3AEC-89D2-2651-9C422F073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006920" y="3457044"/>
            <a:ext cx="1722269" cy="190517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BA4D45C-4BC9-AB1B-A87C-D246A2E81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33" y="1754280"/>
            <a:ext cx="5892848" cy="139955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29524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1679-3111-DA81-A107-41765A53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471B-3660-0E3F-1BE6-E400BFA3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delegate that takes parameters but </a:t>
            </a:r>
            <a:r>
              <a:rPr lang="en-US" dirty="0">
                <a:highlight>
                  <a:srgbClr val="FFFF00"/>
                </a:highlight>
              </a:rPr>
              <a:t>does not return a value</a:t>
            </a:r>
            <a:r>
              <a:rPr lang="en-US" dirty="0"/>
              <a:t>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59783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837993-CF68-4B71-B30D-9FF2DBDC6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C1EB0E-C682-4477-94FF-E3696ACD5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A120B5-D483-4179-B163-E5D72313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A685BA-AB04-4A20-A6D5-BA403BAA7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2823476-35C9-4E21-A7A8-8EE69CF2E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AA5951-06F3-4E0D-9B67-2FDEAA46E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4443ED-BC7B-2213-5F3C-00AF47D2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43" y="1092200"/>
            <a:ext cx="2928751" cy="44988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Example</a:t>
            </a:r>
            <a:endParaRPr lang="en-MY" dirty="0">
              <a:solidFill>
                <a:srgbClr val="262626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7BBF0D-B957-581A-9BD3-D2A11DECF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169908" y="3341630"/>
            <a:ext cx="1889924" cy="107451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731D7-DA56-7A89-E3B6-DD9D099E9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283" y="1504673"/>
            <a:ext cx="4665174" cy="139955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73948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C130B-0713-B2E7-BAF5-A0A763D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7C96-9A8F-A032-DA6B-B78D7EEE1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 delegate that takes a parameter and </a:t>
            </a:r>
            <a:r>
              <a:rPr lang="en-US" dirty="0">
                <a:highlight>
                  <a:srgbClr val="FFFF00"/>
                </a:highlight>
              </a:rPr>
              <a:t>returns a Boolean value</a:t>
            </a:r>
            <a:r>
              <a:rPr lang="en-US" dirty="0"/>
              <a:t>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3043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74539-3A67-0062-7B9B-6B1FFDC6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234826D-4E2D-CFE0-7A7A-3B9F7AB9A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FE6EB7-D2DD-C7CC-9385-2ADA3E088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3658779-716F-745D-3640-859D97FCA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A956AD-ECF9-172F-DFED-82C3EE2FB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8BA7EDE-8D6B-7F37-AA41-F3ABA326F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71C6E88-3AE4-DFCF-66B9-55B3A9AFB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2A50BD-668A-66F3-215C-BFFDB20B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43" y="1092200"/>
            <a:ext cx="2928751" cy="44988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Example</a:t>
            </a:r>
            <a:endParaRPr lang="en-MY" dirty="0">
              <a:solidFill>
                <a:srgbClr val="262626"/>
              </a:solidFill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4114FFC-B920-AFE3-7F9D-614103CE3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432" y="1980670"/>
            <a:ext cx="5311600" cy="502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D3AF85-85CD-D26A-D138-713E810D9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12" y="2917959"/>
            <a:ext cx="1501270" cy="17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98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67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Func, Action and Predicate</vt:lpstr>
      <vt:lpstr>Func</vt:lpstr>
      <vt:lpstr>Example</vt:lpstr>
      <vt:lpstr>Action</vt:lpstr>
      <vt:lpstr>Example</vt:lpstr>
      <vt:lpstr>Predicate</vt:lpstr>
      <vt:lpstr>Example</vt:lpstr>
    </vt:vector>
  </TitlesOfParts>
  <Company>Lumileds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Gan, Leng Keong</dc:creator>
  <cp:lastModifiedBy>Gan, Leng Keong</cp:lastModifiedBy>
  <cp:revision>1</cp:revision>
  <dcterms:created xsi:type="dcterms:W3CDTF">2026-04-01T12:10:20Z</dcterms:created>
  <dcterms:modified xsi:type="dcterms:W3CDTF">2026-04-01T12:24:14Z</dcterms:modified>
</cp:coreProperties>
</file>